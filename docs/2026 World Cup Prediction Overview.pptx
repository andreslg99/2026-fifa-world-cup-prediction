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2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3558" y="1320165"/>
            <a:ext cx="5356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2026 World Cup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76558" y="2158365"/>
            <a:ext cx="3990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22930" y="3011805"/>
            <a:ext cx="569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Data Science to Forecast Tournament Outcomes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Goal?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expected goals (probability of scoring) for every 2026 World Cup match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entire tournament 1,000+ times using realistic probabilities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team's chances of winning, advancing to each stage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results in an interactive dashboard for easy exploration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Process: 7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1"/>
            <a:ext cx="7620000" cy="239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Data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Import 25+ years of match history &amp; 2026 tournament template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Feature Engineering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Create patterns from player stats &amp; team performance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Train Models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4 prediction engines using machine learning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Predict Matches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Score all 104 group-stage &amp; knockout fixtures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Simulate Tournament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Run one complete tournament with predicted probabilities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Monte Carlo (1000×)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Repeat step 5 many times, aggregate results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Report &amp; Dashboard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Display odds, tables, &amp; interactive visualizations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Data Loading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in?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38200" y="1642110"/>
            <a:ext cx="76962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years of international match results (wins, losses, scores)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World Cup fixture template (all 104 scheduled matches)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statistics from top European leagues (2023–2026)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World Cup data (1930–2022)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317373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Clean, consistent data ensures reliable predictions. Garbage in = garbage out.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2a: Player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player stats (goals, assists, expected goals) for each national team, weighted by playing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8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400300"/>
            <a:ext cx="769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"team scorecard" per country with player-level strength metrics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team quality based on individual player performance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22326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Better accuracy for countries with star players &amp; strong club-season data.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2b: History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team strength from recent match results (Elo rating, rolling form, goals scored/conceded).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8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400300"/>
            <a:ext cx="769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strength snapshot for each team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model when player data isn't available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22326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Captures team momentum &amp; recent form that player stats alone can't show.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Train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being learned?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4 prediction engines: 2 models × 2 teams = Player/Away, Player/Home, History/Away, History/Home.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8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Poisson Regression (counts goals as random events with probability).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003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2792730"/>
            <a:ext cx="769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trained models saved to disk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learn patterns: strong teams score more, weak teams score less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Predict Fixtures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trained models to forecast expected goals (probability of scoring) for each 2026 match.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8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400300"/>
            <a:ext cx="769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team has player data → use PLAYER model (higher quality)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→ use HISTORY model (fallback)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14705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 with expected home/away goals for all 104 fixtures.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Simulate Tournament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one complete 2026 World Cup using predicted expected goals. Sample goals randomly, apply tournament rules.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22123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613659"/>
            <a:ext cx="769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stage: All 72 group matches → compute standings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Knockout: 32-team bracket → quarterfinals → semifinals → final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36042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complete tournament result (winner, finalists, group standings).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Monte Carlo (1,000 Sims ✓ Complete)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200 simulated tournaments. Each simulation has different random match outcomes.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8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Aggregated Probabilities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400300"/>
            <a:ext cx="76962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41.0% championship odds (won 82 simulations)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18.5% championship odds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12.5% championship odds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reaching each tournament stage (R16, QF, SF, Final)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Reports &amp;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being created?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tables and visualizations from Monte Carlo results.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8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include: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2400300"/>
            <a:ext cx="76962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 odds rankings (e.g., France 18%, Argentina 15%)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advancement probabilities by stage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match-ups (e.g., "Chance of France vs Brazil" 5.2%)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app for exploration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Predictions based on 25+ years of real match data, not guesses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"30% chance France wins" is more honest than "France will win"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prediction traced back to measurable player/team stats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quickly update with new data, run different scenarios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10566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1451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Overview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3"/>
            <a:ext cx="746150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Pandas, NumPy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915366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235407"/>
            <a:ext cx="746150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(Poisson Regression)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14400" y="427625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596292"/>
            <a:ext cx="746150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(Interactive), Matplotlib/Seaborn (Charts)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Real Results: 1,000 Monte Carlo Sims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Tournament Champions: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8200" y="1615441"/>
            <a:ext cx="76962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41.0% (won 82 times) ← Strong favorite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18.5% (won 37 times)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12.5% (won 25 times)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 — 5.0% (won 10 times)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England — 3.5% (won 7 times)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3501391"/>
            <a:ext cx="79248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After 1,000 simulations, Germany emerged as champion in 82 tournaments (41% probability). Model predicts strong performance across multiple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Run vs. Monte Carlo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Tournament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12623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scenario: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France wins (by chance)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093951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for: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bracket flow, seeing one realistic outcome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275284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Could be misleading (random luck)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323469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Monte Carlo Runs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669032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Probability: Germany 41%, France 12.5%, Ecuador 18.5%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3850360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for: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True odds, accounting for randomness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8200" y="4031698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reliable, reflects model uncertainty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teams lack recent club player data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Fallback to history-based model (team Elo, recent form)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Tournament format unique (12 groups, best 3rd-place teams)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 bracket logic + backtracking algorithm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Randomness requires many simulations to stabilize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1,000 Monte Carlo iterations (aggregates variance) ✓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1821182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9886" y="2537464"/>
            <a:ext cx="3424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the pipeline or results?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907647" y="3108964"/>
            <a:ext cx="53285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Run 1000 Monte Carlo sims, then launch Streamlit dashboard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1033</Words>
  <Application>Microsoft Office PowerPoint</Application>
  <PresentationFormat>On-screen Show (16:9)</PresentationFormat>
  <Paragraphs>130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ANDRES ARMANDO LOPEZ GAMEZ</cp:lastModifiedBy>
  <cp:revision>2</cp:revision>
  <dcterms:created xsi:type="dcterms:W3CDTF">2026-01-19T09:57:52Z</dcterms:created>
  <dcterms:modified xsi:type="dcterms:W3CDTF">2026-01-19T10:00:36Z</dcterms:modified>
</cp:coreProperties>
</file>